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9" r:id="rId5"/>
    <p:sldId id="258" r:id="rId6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3F919-70C4-4AAE-A66E-CB8FA1F5CE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F761FC-69D7-4510-9051-70071D5E66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E4C53-A229-454D-A538-31B73B129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98FE2-E3BC-405B-A7EE-5594A4F0C595}" type="datetimeFigureOut">
              <a:rPr lang="en-IL" smtClean="0"/>
              <a:t>27/01/2026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7C6125-7770-489D-9299-A7BE64371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C8626-60AF-4E6E-A65A-26870361E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AA2BE-4864-4E5E-886A-6DB8CBA3624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84748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E52EC-4E35-4EE5-8A81-0D6468F29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8EC187-8CCB-4D2D-B6DD-2C7866E50B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D983A5-EECE-4057-80FE-FDBD18AEF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98FE2-E3BC-405B-A7EE-5594A4F0C595}" type="datetimeFigureOut">
              <a:rPr lang="en-IL" smtClean="0"/>
              <a:t>27/01/2026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0F2858-6BEA-4DF3-94A1-825979AB9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2D45EA-CA14-4704-9887-EF1C90B8E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AA2BE-4864-4E5E-886A-6DB8CBA3624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46709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2DE02-ADCF-4CB2-9786-87CE7A3E7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44EF50-56F2-40AA-9CD7-8A68721C2B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505BB4-F753-49FB-8D95-19DDF7550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98FE2-E3BC-405B-A7EE-5594A4F0C595}" type="datetimeFigureOut">
              <a:rPr lang="en-IL" smtClean="0"/>
              <a:t>27/01/2026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86083D-ED3D-4A51-9431-62A4DBF9F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F1B42-D411-42D8-BFAC-2AFCD9665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AA2BE-4864-4E5E-886A-6DB8CBA3624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53864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EC02D-4E5C-4FE7-96C2-D01743F5C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45AAE3-B638-475D-A479-B60ED1BC4A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80B1F0-8B69-444E-A316-5DC5722D1D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D954C4-D1BD-40CF-8A92-4C140839A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98FE2-E3BC-405B-A7EE-5594A4F0C595}" type="datetimeFigureOut">
              <a:rPr lang="en-IL" smtClean="0"/>
              <a:t>27/01/2026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BB7E2A-95D5-435F-9C83-F734BE5CA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F7FF18-DFBE-4FE3-B306-AA6B7DA58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AA2BE-4864-4E5E-886A-6DB8CBA3624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46310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F1744-0A7B-4B07-AD0F-C24DFD1D1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23275C-2F1C-418B-A9FE-2DA1A20958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DF5E7F-D844-46B4-A059-677740CB32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B8EF29-59D2-4187-A17E-39779F09EF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0DB019-F0B8-4F1E-BFDA-A499C3406D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AFCD22-2531-4EC8-B336-7E8FCB3EF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98FE2-E3BC-405B-A7EE-5594A4F0C595}" type="datetimeFigureOut">
              <a:rPr lang="en-IL" smtClean="0"/>
              <a:t>27/01/2026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8AD5C5-EB0D-48E8-AC5D-AB4693E14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7996CE-04F0-470B-99D3-96368542A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AA2BE-4864-4E5E-886A-6DB8CBA3624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26303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D7CAC-CC59-4D78-B16C-E321514A3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F7D8C0-0843-432A-B20F-710B7B0B2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98FE2-E3BC-405B-A7EE-5594A4F0C595}" type="datetimeFigureOut">
              <a:rPr lang="en-IL" smtClean="0"/>
              <a:t>27/01/2026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4B6848-1888-454D-814B-12790F606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BF0C7F-C057-477D-881A-77EFEC51F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AA2BE-4864-4E5E-886A-6DB8CBA3624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572444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797C8C-7D45-4B50-A12C-5CEE0072F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98FE2-E3BC-405B-A7EE-5594A4F0C595}" type="datetimeFigureOut">
              <a:rPr lang="en-IL" smtClean="0"/>
              <a:t>27/01/2026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ED62F5-6A54-46A3-8D7C-CBE48ED99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D6F1B4-8BE2-46B0-A253-A6DBEF815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AA2BE-4864-4E5E-886A-6DB8CBA3624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78804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60F6E-1E0E-4DCA-8789-C5C34B775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0A03B-F2E6-45CC-B7FB-CA96E1488B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E4AE59-7229-4756-B6C9-F0D2F769C5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ABC488-9585-402E-B362-934A35C93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98FE2-E3BC-405B-A7EE-5594A4F0C595}" type="datetimeFigureOut">
              <a:rPr lang="en-IL" smtClean="0"/>
              <a:t>27/01/2026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017B73-D5AD-4197-BF3F-5F538B54B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753BEB-7E84-43BD-8228-9E05B7041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AA2BE-4864-4E5E-886A-6DB8CBA3624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92290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6E8AA-06A0-421A-8D5A-FF8DE563D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1EE867-DC4A-46F4-A1F9-B26B684797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391530-1F90-4CE5-BBE3-CD6217A92C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97B452-2830-4F0B-8F21-7A6ED45CD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98FE2-E3BC-405B-A7EE-5594A4F0C595}" type="datetimeFigureOut">
              <a:rPr lang="en-IL" smtClean="0"/>
              <a:t>27/01/2026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E8C997-D628-445F-A6CD-10B8E0938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4C5EAB-55C2-4D9F-BDE8-53576F209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AA2BE-4864-4E5E-886A-6DB8CBA3624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97244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AD2AD-D7A9-4E32-84DC-3CB458065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336818-156C-4AFE-A5A3-14E4E92007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430AF9-4534-4D1B-9E49-81FF163C1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98FE2-E3BC-405B-A7EE-5594A4F0C595}" type="datetimeFigureOut">
              <a:rPr lang="en-IL" smtClean="0"/>
              <a:t>27/01/2026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602626-C512-4439-BC95-CB0935D9F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0548AB-FEFE-4743-A7E6-9CB17E0CF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AA2BE-4864-4E5E-886A-6DB8CBA3624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33226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4B720C-602E-463F-AAA4-DCE7B71697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9E0733-84CB-4374-830A-6BFE632043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AD2C47-4DCD-4E27-8F7B-96431E8F3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98FE2-E3BC-405B-A7EE-5594A4F0C595}" type="datetimeFigureOut">
              <a:rPr lang="en-IL" smtClean="0"/>
              <a:t>27/01/2026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6B06E1-0858-49D2-B3AB-884395B91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4AC7BD-F86C-4963-8593-5083180FC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AA2BE-4864-4E5E-886A-6DB8CBA3624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44960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0D95CD-59C1-4A2D-AB5F-77751DAA5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F36A78-A6E3-4B83-905E-F0B85BF4FD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1E4BDF-6042-417E-B332-C98D35A0FD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498FE2-E3BC-405B-A7EE-5594A4F0C595}" type="datetimeFigureOut">
              <a:rPr lang="en-IL" smtClean="0"/>
              <a:t>27/01/2026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F2FA60-747F-4C2B-8BBC-F64DB97497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8F8E98-30B2-432A-A609-1EB6A2BCCB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0AA2BE-4864-4E5E-886A-6DB8CBA3624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68345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693A79E-52FB-4AB7-B309-442102AB1F4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sz="6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miley Face 1">
            <a:extLst>
              <a:ext uri="{FF2B5EF4-FFF2-40B4-BE49-F238E27FC236}">
                <a16:creationId xmlns:a16="http://schemas.microsoft.com/office/drawing/2014/main" id="{B6E667B3-8442-4704-924B-A961D03507AB}"/>
              </a:ext>
            </a:extLst>
          </p:cNvPr>
          <p:cNvSpPr/>
          <p:nvPr/>
        </p:nvSpPr>
        <p:spPr>
          <a:xfrm>
            <a:off x="237068" y="160868"/>
            <a:ext cx="720000" cy="720000"/>
          </a:xfrm>
          <a:prstGeom prst="smileyFac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miley Face 4">
            <a:extLst>
              <a:ext uri="{FF2B5EF4-FFF2-40B4-BE49-F238E27FC236}">
                <a16:creationId xmlns:a16="http://schemas.microsoft.com/office/drawing/2014/main" id="{46582500-3A24-4D70-88B0-3495F67FDB0F}"/>
              </a:ext>
            </a:extLst>
          </p:cNvPr>
          <p:cNvSpPr/>
          <p:nvPr/>
        </p:nvSpPr>
        <p:spPr>
          <a:xfrm>
            <a:off x="177801" y="5977132"/>
            <a:ext cx="720000" cy="720000"/>
          </a:xfrm>
          <a:prstGeom prst="smileyFac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7" name="Smiley Face 6">
            <a:extLst>
              <a:ext uri="{FF2B5EF4-FFF2-40B4-BE49-F238E27FC236}">
                <a16:creationId xmlns:a16="http://schemas.microsoft.com/office/drawing/2014/main" id="{3EDDBDB3-33BC-444D-8AB7-F6556ADA12EA}"/>
              </a:ext>
            </a:extLst>
          </p:cNvPr>
          <p:cNvSpPr/>
          <p:nvPr/>
        </p:nvSpPr>
        <p:spPr>
          <a:xfrm>
            <a:off x="11294199" y="5977132"/>
            <a:ext cx="720000" cy="720000"/>
          </a:xfrm>
          <a:prstGeom prst="smileyFac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8" name="Smiley Face 7">
            <a:extLst>
              <a:ext uri="{FF2B5EF4-FFF2-40B4-BE49-F238E27FC236}">
                <a16:creationId xmlns:a16="http://schemas.microsoft.com/office/drawing/2014/main" id="{14EF390C-F1C9-4AE5-B9A4-97C8EE9FAD7A}"/>
              </a:ext>
            </a:extLst>
          </p:cNvPr>
          <p:cNvSpPr/>
          <p:nvPr/>
        </p:nvSpPr>
        <p:spPr>
          <a:xfrm>
            <a:off x="11294199" y="93133"/>
            <a:ext cx="720000" cy="720000"/>
          </a:xfrm>
          <a:prstGeom prst="smileyFac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56617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2C3A65D-6C87-4C0E-9DCC-87B211D05CB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endParaRPr lang="en-IL" sz="60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1F95DEB-7002-4FB3-884A-7A916A0669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54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693A79E-52FB-4AB7-B309-442102AB1F4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endParaRPr lang="en-IL" sz="6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809A2E-C46E-4A6D-96F5-768D539C4C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7404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2C3A65D-6C87-4C0E-9DCC-87B211D05CB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endParaRPr lang="en-IL" sz="60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1F95DEB-7002-4FB3-884A-7A916A0669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646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693A79E-52FB-4AB7-B309-442102AB1F4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endParaRPr lang="en-IL" sz="6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809A2E-C46E-4A6D-96F5-768D539C4C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5245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4</Words>
  <Application>Microsoft Office PowerPoint</Application>
  <PresentationFormat>Widescreen</PresentationFormat>
  <Paragraphs>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FMRI User</dc:creator>
  <cp:lastModifiedBy>FMRI User</cp:lastModifiedBy>
  <cp:revision>6</cp:revision>
  <dcterms:created xsi:type="dcterms:W3CDTF">2025-09-10T15:24:48Z</dcterms:created>
  <dcterms:modified xsi:type="dcterms:W3CDTF">2026-01-27T13:57:10Z</dcterms:modified>
</cp:coreProperties>
</file>